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66" r:id="rId4"/>
    <p:sldId id="272" r:id="rId5"/>
    <p:sldId id="258" r:id="rId6"/>
    <p:sldId id="259" r:id="rId7"/>
    <p:sldId id="268" r:id="rId8"/>
    <p:sldId id="263" r:id="rId9"/>
    <p:sldId id="275" r:id="rId10"/>
    <p:sldId id="264" r:id="rId11"/>
    <p:sldId id="273" r:id="rId12"/>
    <p:sldId id="265" r:id="rId13"/>
  </p:sldIdLst>
  <p:sldSz cx="12192000" cy="6858000"/>
  <p:notesSz cx="6858000" cy="9144000"/>
  <p:embeddedFontLst>
    <p:embeddedFont>
      <p:font typeface="Noto Sans KR" panose="020B0200000000000000" pitchFamily="50" charset="-127"/>
      <p:regular r:id="rId15"/>
      <p:bold r:id="rId16"/>
    </p:embeddedFont>
    <p:embeddedFont>
      <p:font typeface="Pretendard" panose="02000503000000020004" pitchFamily="50" charset="-127"/>
      <p:regular r:id="rId17"/>
      <p:bold r:id="rId18"/>
    </p:embeddedFont>
    <p:embeddedFont>
      <p:font typeface="Pretendard ExtraBold" panose="02000903000000020004" pitchFamily="50" charset="-127"/>
      <p:bold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4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454BB-FE10-B04C-2596-CBF2E7BC62C5}" v="10" dt="2025-06-14T11:00:57.279"/>
    <p1510:client id="{B12A65C4-4068-4F76-AA42-BD7351262BC7}" v="436" dt="2025-06-14T08:49:55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65" autoAdjust="0"/>
    <p:restoredTop sz="96279" autoAdjust="0"/>
  </p:normalViewPr>
  <p:slideViewPr>
    <p:cSldViewPr snapToGrid="0">
      <p:cViewPr>
        <p:scale>
          <a:sx n="75" d="100"/>
          <a:sy n="75" d="100"/>
        </p:scale>
        <p:origin x="2460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E56F1-0413-4BA4-A272-926890DAA05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A3B8F-FEC5-4E84-8730-EE73F05BEA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47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700546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497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6616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9272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420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587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14976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69398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198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9795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2353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7DF4D-D974-434D-9D64-40B7405DF5F0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21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acZy3TZ2jQYdUXCMA5CW6Y/Portfolio_Runday-Web?node-id=460-349&amp;m=dev&amp;t=JnSYuRopuGnV1jRT-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acZy3TZ2jQYdUXCMA5CW6Y/Portfolio_Runday-Web?node-id=460-350&amp;m=dev&amp;t=JnSYuRopuGnV1jRT-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ojanit.github.io/runday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600201"/>
            <a:ext cx="9144000" cy="1828800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ko-KR" altLang="en-US" b="1" spc="3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런데이</a:t>
            </a:r>
            <a:br>
              <a:rPr lang="en-US" altLang="ko-KR" b="1" spc="3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en-US" b="1" spc="3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웹페이지 리뉴얼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263396"/>
            <a:ext cx="9144000" cy="994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주영운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77599A-0B0D-BA0D-D432-D71F64BD0D81}"/>
              </a:ext>
            </a:extLst>
          </p:cNvPr>
          <p:cNvSpPr/>
          <p:nvPr/>
        </p:nvSpPr>
        <p:spPr>
          <a:xfrm>
            <a:off x="1645920" y="885524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그림 7" descr="폰트, 그래픽, 서예, 타이포그래피이(가) 표시된 사진">
            <a:extLst>
              <a:ext uri="{FF2B5EF4-FFF2-40B4-BE49-F238E27FC236}">
                <a16:creationId xmlns:a16="http://schemas.microsoft.com/office/drawing/2014/main" id="{FCD2BC31-E465-8FCC-AF69-216031876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94" y="623429"/>
            <a:ext cx="1762706" cy="63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상징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9766F3-7928-2DCE-345E-28B710E7AB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7" t="25413" r="21997" b="22997"/>
          <a:stretch>
            <a:fillRect/>
          </a:stretch>
        </p:blipFill>
        <p:spPr>
          <a:xfrm>
            <a:off x="7866742" y="2082799"/>
            <a:ext cx="5596584" cy="54062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3242C5-3233-3CD1-2E3C-2019EEE64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529"/>
            <a:ext cx="10515600" cy="966269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 의도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CCB4-F150-DFDE-9C2F-6AC0E3E87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405"/>
            <a:ext cx="10515600" cy="3817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달리기 코칭(트레이닝) </a:t>
            </a:r>
            <a:r>
              <a:rPr lang="ko-KR" altLang="en-US" b="1" dirty="0">
                <a:solidFill>
                  <a:srgbClr val="5A4A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 앱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런데이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1" dirty="0">
                <a:solidFill>
                  <a:srgbClr val="5A4A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소개 및 홍보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 다운로드 유도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앱 사용자 대상 개인 </a:t>
            </a:r>
            <a:r>
              <a:rPr lang="ko-KR" altLang="en-US" b="1" dirty="0">
                <a:solidFill>
                  <a:srgbClr val="5A4A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운동기록 열람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C693A2-DFE9-73C0-73AD-19D1A4E82E58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525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94E4-EDF3-0FE7-5380-E5C8D6BD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상징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912708-C709-94C4-74BD-AFDFD5F28B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7" t="25413" r="21997" b="22997"/>
          <a:stretch>
            <a:fillRect/>
          </a:stretch>
        </p:blipFill>
        <p:spPr>
          <a:xfrm>
            <a:off x="7866742" y="2082799"/>
            <a:ext cx="5596584" cy="54062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DB462F-1E4D-FABF-5217-5BF8BBFF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529"/>
            <a:ext cx="10515600" cy="966269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 의도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AB7FA-47CE-BCF5-BFA4-B6E959D7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405"/>
            <a:ext cx="4556648" cy="381755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웹페이지의 경우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줄글로 이루어진 설명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solidFill>
                  <a:srgbClr val="5A4AF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앱의 기능 설명이 미흡</a:t>
            </a:r>
            <a:endParaRPr lang="en-US" altLang="ko-KR" b="1" dirty="0">
              <a:solidFill>
                <a:srgbClr val="5A4AF8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 기능 설명, FAQ 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부족하여 사용자가 궁금한 것에 대한 답을 얻기 어려움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오로지 앱스토어로만 연결되는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기능이 없는 웹페이지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2F8956-B139-D30B-906F-E5A9069E584D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 descr="텍스트, 스크린샷, 사람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1B6B9C-A6EE-6D35-1CB3-EEC163A79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33" y="0"/>
            <a:ext cx="2442924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그림 15" descr="스크린샷, 텍스트, 사람, 콜라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B8852D-3618-A8B3-F595-C9D5A678EF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419" y="0"/>
            <a:ext cx="2126168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509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EE09-0649-6D1C-B7AE-F05D7639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상징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FAF464-B1D2-321A-83C3-A75838F266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7" t="25413" r="21997" b="22997"/>
          <a:stretch>
            <a:fillRect/>
          </a:stretch>
        </p:blipFill>
        <p:spPr>
          <a:xfrm>
            <a:off x="7866742" y="2082799"/>
            <a:ext cx="5596584" cy="5406235"/>
          </a:xfrm>
          <a:prstGeom prst="rect">
            <a:avLst/>
          </a:prstGeom>
        </p:spPr>
      </p:pic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BF2AFD3D-AA86-429E-9047-09264AD7A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154565"/>
              </p:ext>
            </p:extLst>
          </p:nvPr>
        </p:nvGraphicFramePr>
        <p:xfrm>
          <a:off x="838201" y="2359404"/>
          <a:ext cx="10515600" cy="3838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499">
                  <a:extLst>
                    <a:ext uri="{9D8B030D-6E8A-4147-A177-3AD203B41FA5}">
                      <a16:colId xmlns:a16="http://schemas.microsoft.com/office/drawing/2014/main" val="772604758"/>
                    </a:ext>
                  </a:extLst>
                </a:gridCol>
                <a:gridCol w="3263901">
                  <a:extLst>
                    <a:ext uri="{9D8B030D-6E8A-4147-A177-3AD203B41FA5}">
                      <a16:colId xmlns:a16="http://schemas.microsoft.com/office/drawing/2014/main" val="38561538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7011548"/>
                    </a:ext>
                  </a:extLst>
                </a:gridCol>
              </a:tblGrid>
              <a:tr h="3680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사용자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니즈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79299"/>
                  </a:ext>
                </a:extLst>
              </a:tr>
              <a:tr h="7892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건강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트렌드에 관심이 있어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런데이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앱을 처음으로 접해 사용해 보려는 </a:t>
                      </a:r>
                      <a:r>
                        <a:rPr lang="ko-KR" altLang="en-US" b="1" dirty="0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초보자로서 사용할 수 있는 앱인지 공식적인 정보를 알아보려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전체적인 앱 서비스 소개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공유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847890"/>
                  </a:ext>
                </a:extLst>
              </a:tr>
              <a:tr h="1026008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런데이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앱을 이미 </a:t>
                      </a:r>
                      <a:r>
                        <a:rPr lang="ko-KR" altLang="en-US" b="1" dirty="0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사용해 본 유저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런데이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앱이 마음에 들어 다른 사람에게 추천하고자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공식적인 소개 웹사이트를 공유하고자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46802"/>
                  </a:ext>
                </a:extLst>
              </a:tr>
              <a:tr h="7362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자신의 운동 기록을 웹으로 확인하고자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 </a:t>
                      </a:r>
                      <a:r>
                        <a:rPr lang="ko-KR" altLang="en-US" b="1" dirty="0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사용자 기록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 동기화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웹에서 액세스</a:t>
                      </a:r>
                      <a:endParaRPr lang="en-US" altLang="ko-KR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075711"/>
                  </a:ext>
                </a:extLst>
              </a:tr>
              <a:tr h="918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 다른 러닝 앱을 이용해봤지만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런데이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앱도 사용해보려는 </a:t>
                      </a:r>
                      <a:r>
                        <a:rPr lang="ko-KR" altLang="en-US" b="1" dirty="0" err="1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중급자</a:t>
                      </a:r>
                      <a:r>
                        <a:rPr lang="en-US" altLang="ko-KR" b="1" dirty="0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~</a:t>
                      </a:r>
                      <a:r>
                        <a:rPr lang="ko-KR" altLang="en-US" b="1" dirty="0" err="1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숙련자</a:t>
                      </a:r>
                      <a:endParaRPr lang="ko-KR" altLang="en-US" b="1" dirty="0">
                        <a:solidFill>
                          <a:srgbClr val="5A4AF8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트레이닝 프로그램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세부 건강 기록 관리 통계 등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런데이만의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구체적인 기능을 알아보고자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rgbClr val="5A4AF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구체적인 앱 서비스 소개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훈련 프로그램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 화면 세부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UI,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통계 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81629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3D697FD-00D1-F6FA-CD6D-CA5647291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529"/>
            <a:ext cx="10515600" cy="966269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웹사이트 방문 목적 및 니즈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9A80F6-82FB-F63F-6FA6-386AE798DCEF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0195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상징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F22F6A-F313-4D0C-1D1A-BE2C082101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7" t="25413" r="21997" b="22997"/>
          <a:stretch>
            <a:fillRect/>
          </a:stretch>
        </p:blipFill>
        <p:spPr>
          <a:xfrm>
            <a:off x="7866742" y="2082799"/>
            <a:ext cx="5596584" cy="540623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079EB4-A084-C7D3-0E0F-1BDFBFC27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68523"/>
              </p:ext>
            </p:extLst>
          </p:nvPr>
        </p:nvGraphicFramePr>
        <p:xfrm>
          <a:off x="838200" y="2381173"/>
          <a:ext cx="10515600" cy="38744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3057">
                  <a:extLst>
                    <a:ext uri="{9D8B030D-6E8A-4147-A177-3AD203B41FA5}">
                      <a16:colId xmlns:a16="http://schemas.microsoft.com/office/drawing/2014/main" val="2524462487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val="1988266504"/>
                    </a:ext>
                  </a:extLst>
                </a:gridCol>
                <a:gridCol w="6404429">
                  <a:extLst>
                    <a:ext uri="{9D8B030D-6E8A-4147-A177-3AD203B41FA5}">
                      <a16:colId xmlns:a16="http://schemas.microsoft.com/office/drawing/2014/main" val="3683551590"/>
                    </a:ext>
                  </a:extLst>
                </a:gridCol>
              </a:tblGrid>
              <a:tr h="4418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메뉴명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내용 구성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739922"/>
                  </a:ext>
                </a:extLst>
              </a:tr>
              <a:tr h="78169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Index (Main)</a:t>
                      </a:r>
                      <a:endParaRPr lang="ko-KR" altLang="en-US" sz="20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전반적인 앱 소개</a:t>
                      </a:r>
                      <a:endParaRPr lang="en-US" altLang="ko-KR" sz="20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대표적인 기능</a:t>
                      </a:r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설치 링크</a:t>
                      </a:r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홍보를 위한 성과 수치 및 홍보영상</a:t>
                      </a:r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20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157578"/>
                  </a:ext>
                </a:extLst>
              </a:tr>
              <a:tr h="44182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About</a:t>
                      </a:r>
                      <a:endParaRPr lang="ko-KR" altLang="en-US" sz="20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RunDay</a:t>
                      </a:r>
                      <a:endParaRPr lang="ko-KR" altLang="en-US" sz="20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보다 상세한 앱의 각종 기능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680117"/>
                  </a:ext>
                </a:extLst>
              </a:tr>
              <a:tr h="441827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ttam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회사 소개 </a:t>
                      </a:r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비전</a:t>
                      </a:r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상세 연락처 등</a:t>
                      </a:r>
                      <a:r>
                        <a:rPr lang="en-US" altLang="ko-KR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2000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679887"/>
                  </a:ext>
                </a:extLst>
              </a:tr>
              <a:tr h="4418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FAQ</a:t>
                      </a:r>
                      <a:endParaRPr lang="ko-KR" altLang="en-US" sz="20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자주 묻는 질문들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546492"/>
                  </a:ext>
                </a:extLst>
              </a:tr>
              <a:tr h="44182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My </a:t>
                      </a:r>
                      <a:r>
                        <a:rPr lang="en-US" altLang="ko-KR" sz="20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RunDay</a:t>
                      </a:r>
                      <a:endParaRPr lang="ko-KR" altLang="en-US" sz="2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Login</a:t>
                      </a:r>
                      <a:endParaRPr lang="ko-KR" altLang="en-US" sz="2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 화면</a:t>
                      </a:r>
                      <a:r>
                        <a:rPr lang="en-US" altLang="ko-KR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ko-KR" alt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로그인 또는 회원가입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637115"/>
                  </a:ext>
                </a:extLst>
              </a:tr>
              <a:tr h="441827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운동 기록</a:t>
                      </a:r>
                      <a:endParaRPr lang="ko-KR" altLang="en-US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날짜별 상세 운동 기록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6605"/>
                  </a:ext>
                </a:extLst>
              </a:tr>
              <a:tr h="441827">
                <a:tc v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나의 운동</a:t>
                      </a:r>
                      <a:endParaRPr lang="ko-KR" altLang="en-US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트레이닝 프로그램 목록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70777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9EE87EB-73C2-3737-4DDC-B01979EA8C13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메뉴 구성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4A4526-7778-DFA8-7DEF-9E0F03DDE85C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0C2B39-5213-079E-A0DB-4E440EF6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71"/>
          <a:stretch>
            <a:fillRect/>
          </a:stretch>
        </p:blipFill>
        <p:spPr>
          <a:xfrm>
            <a:off x="7600061" y="402427"/>
            <a:ext cx="3521738" cy="168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0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7FBC202-DFEA-9A95-0166-4725D7A2F847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컨셉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482905-29D3-05A3-62D0-9A9C1FFEAFFB}"/>
              </a:ext>
            </a:extLst>
          </p:cNvPr>
          <p:cNvSpPr txBox="1">
            <a:spLocks/>
          </p:cNvSpPr>
          <p:nvPr/>
        </p:nvSpPr>
        <p:spPr>
          <a:xfrm>
            <a:off x="838200" y="2359405"/>
            <a:ext cx="5596583" cy="40032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 이미지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키워드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국내 대표 초보자용 러닝 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건강관리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헬스케어 부문 점유율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 앱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역동성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스피드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움직임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 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친근함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누구나 접근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1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레퍼런스 수집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볼드한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산세리프체를 반복 나열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평행선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잔상을 포함한 흔들린 사진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D46799-30E5-2F57-D6D5-B27F1A8D662B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그림 10" descr="텍스트, 스크린샷, 콜라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242150-CA12-93B2-D24E-21D6DD703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2" r="25388" b="40555"/>
          <a:stretch>
            <a:fillRect/>
          </a:stretch>
        </p:blipFill>
        <p:spPr>
          <a:xfrm>
            <a:off x="6595417" y="-164024"/>
            <a:ext cx="5596583" cy="71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4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041E-7DAD-8468-1D2F-1AD01BE9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64EEAE-1EA2-EF6F-9585-16CBC0B90F64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컨셉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9A9327-BC31-B834-FC3B-6A82723B03C2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AE5DE4-0BD3-AF29-6D71-AAE22B3BA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91" y="2511116"/>
            <a:ext cx="5828445" cy="3994913"/>
          </a:xfrm>
          <a:prstGeom prst="rect">
            <a:avLst/>
          </a:prstGeom>
        </p:spPr>
      </p:pic>
      <p:pic>
        <p:nvPicPr>
          <p:cNvPr id="13" name="그림 1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F3D9-7CE7-152A-4D3B-9280C5456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46" y="268514"/>
            <a:ext cx="6368363" cy="658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99D2-C124-C6A3-AFDD-DEEBFC48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57C285-1D8D-2B9E-4FF8-AD0A69FC768A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 설계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와이어프레임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69A5F7-35C1-9FB8-7511-C2BEF5962563}"/>
              </a:ext>
            </a:extLst>
          </p:cNvPr>
          <p:cNvSpPr txBox="1">
            <a:spLocks/>
          </p:cNvSpPr>
          <p:nvPr/>
        </p:nvSpPr>
        <p:spPr>
          <a:xfrm>
            <a:off x="838200" y="2359405"/>
            <a:ext cx="10515600" cy="3817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https://www.figma.com/design/acZy3TZ2jQYdUXCMA5CW6Y/Portfolio_Runday-Web?node-id=460-349&amp;m=dev&amp;t=JnSYuRopuGnV1jRT-1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870398-010E-CA78-C7E9-6622F620A260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976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527CB-FCE9-161A-6AEB-46D0B5A9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D1E7AA-B62F-ED28-76A7-599C920B23DE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 설계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와이어프레임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B55DD7-91AE-ABB9-BA42-97EF6B735829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8AF152-B5BD-AB4B-A612-7EB68C99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48" y="228600"/>
            <a:ext cx="547395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6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EC2A-15A0-3749-AC27-A0704B3F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E8B681-3DC5-8C6D-3668-61DF82F8E30C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시안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3045ED-5CDB-A8B2-AACE-2593DF9A82AA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ECB87B1-12D1-4F32-A61A-7C5A144D1C69}"/>
              </a:ext>
            </a:extLst>
          </p:cNvPr>
          <p:cNvSpPr txBox="1">
            <a:spLocks/>
          </p:cNvSpPr>
          <p:nvPr/>
        </p:nvSpPr>
        <p:spPr>
          <a:xfrm>
            <a:off x="838200" y="2359405"/>
            <a:ext cx="10515600" cy="3817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https://www.figma.com/design/acZy3TZ2jQYdUXCMA5CW6Y/Portfolio_Runday-Web?node-id=460-350&amp;m=dev&amp;t=JnSYuRopuGnV1jRT-1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889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EC2A-15A0-3749-AC27-A0704B3F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18B1F1E-62F2-CEC6-E4EE-E277CC078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800" y="354782"/>
            <a:ext cx="7950200" cy="61484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9F7B11F-B311-69AC-D292-8135E8CEBE0C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시안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EB7173-2365-EA06-57B7-A135778AB39C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242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EC72-7A6A-75A0-2D4B-89E555A7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픽, 상징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D7B7BC-D7B4-38CB-E135-D88E8C1CD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7" t="25413" r="21997" b="22997"/>
          <a:stretch>
            <a:fillRect/>
          </a:stretch>
        </p:blipFill>
        <p:spPr>
          <a:xfrm>
            <a:off x="7866742" y="2082799"/>
            <a:ext cx="5596584" cy="540623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B3EFC46-7779-6ECB-C272-AB85E5AB92AB}"/>
              </a:ext>
            </a:extLst>
          </p:cNvPr>
          <p:cNvSpPr txBox="1">
            <a:spLocks/>
          </p:cNvSpPr>
          <p:nvPr/>
        </p:nvSpPr>
        <p:spPr>
          <a:xfrm>
            <a:off x="838200" y="1116529"/>
            <a:ext cx="10515600" cy="96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 웹페이지 링크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28D4ED-215E-3E4A-C1DA-A53047180B53}"/>
              </a:ext>
            </a:extLst>
          </p:cNvPr>
          <p:cNvSpPr txBox="1">
            <a:spLocks/>
          </p:cNvSpPr>
          <p:nvPr/>
        </p:nvSpPr>
        <p:spPr>
          <a:xfrm>
            <a:off x="838200" y="2359405"/>
            <a:ext cx="10515600" cy="3817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https://oojanit.github.io/runday/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1D86F5-8C55-88C2-B855-AA7EFE73C93D}"/>
              </a:ext>
            </a:extLst>
          </p:cNvPr>
          <p:cNvSpPr/>
          <p:nvPr/>
        </p:nvSpPr>
        <p:spPr>
          <a:xfrm>
            <a:off x="927100" y="724419"/>
            <a:ext cx="1405288" cy="115503"/>
          </a:xfrm>
          <a:prstGeom prst="rect">
            <a:avLst/>
          </a:prstGeom>
          <a:solidFill>
            <a:srgbClr val="5A4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754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1835</TotalTime>
  <Words>378</Words>
  <Application>Microsoft Office PowerPoint</Application>
  <PresentationFormat>와이드스크린</PresentationFormat>
  <Paragraphs>62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 ExtraBold</vt:lpstr>
      <vt:lpstr>Calibri Light</vt:lpstr>
      <vt:lpstr>Noto Sans KR</vt:lpstr>
      <vt:lpstr>Pretendard</vt:lpstr>
      <vt:lpstr>Arial</vt:lpstr>
      <vt:lpstr>맑은 고딕</vt:lpstr>
      <vt:lpstr>Calibri</vt:lpstr>
      <vt:lpstr>Office 2013 - 2022 테마</vt:lpstr>
      <vt:lpstr>런데이 웹페이지 리뉴얼</vt:lpstr>
      <vt:lpstr>기획 의도</vt:lpstr>
      <vt:lpstr>기획 의도</vt:lpstr>
      <vt:lpstr>웹사이트 방문 목적 및 니즈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런데이 웹페이지 리뉴얼</dc:title>
  <dc:creator/>
  <cp:lastModifiedBy>영운 주</cp:lastModifiedBy>
  <cp:revision>258</cp:revision>
  <dcterms:created xsi:type="dcterms:W3CDTF">2025-06-14T07:49:53Z</dcterms:created>
  <dcterms:modified xsi:type="dcterms:W3CDTF">2025-07-10T07:00:27Z</dcterms:modified>
</cp:coreProperties>
</file>